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Iris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Iris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predict species from 4 measurements</a:t>
            </a:r>
          </a:p>
          <a:p>
            <a:pPr>
              <a:defRPr sz="1800"/>
            </a:pPr>
            <a:r>
              <a:t>150 samples, 3 balanced classes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Leakage-safe pipeline: StandardScaler -&gt; LogisticRegression</a:t>
            </a:r>
          </a:p>
          <a:p>
            <a:pPr>
              <a:defRPr sz="1800"/>
            </a:pPr>
            <a:r>
              <a:t>Stratified 70/30 split, seed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Test accuracy 0.911</a:t>
            </a:r>
          </a:p>
          <a:p>
            <a:pPr>
              <a:defRPr sz="1800"/>
            </a:pPr>
            <a:r>
              <a:t>5-fold CV 0.960 +/- 0.039</a:t>
            </a:r>
          </a:p>
          <a:p>
            <a:pPr>
              <a:defRPr sz="1800"/>
            </a:pPr>
            <a:r>
              <a:t>Beats dummy baseline (0.333)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Simple validated model separates species reliably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