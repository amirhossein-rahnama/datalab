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Iris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Iris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Predict species from 4 measurements</a:t>
            </a:r>
          </a:p>
          <a:p>
            <a:pPr>
              <a:defRPr sz="1800"/>
            </a:pPr>
            <a:r>
              <a:t>150 samples, 3 balanced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863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5-fold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0.960 (+/- 0.039)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22" y="1554480"/>
            <a:ext cx="594775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Simple validated model separates species reliably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